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· MENTORSHIP SESSION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Internal Hackathon to SIH Submission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internal hackathon idea into a well-researched, feasible and clearly presented solution for the next SIH stage.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1B34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474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34747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1B34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4884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474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34747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1B34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4048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474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32120" y="34747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1B347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474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34747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1B34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researched problem · defined user journey · working prototype · evidence-backed PPT · demo, prototype and repo links 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Official SIH PPT Format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latest official six-slide template and instructions for the final submission.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Mentorship Session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72184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41732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purpose of each official slide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002536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" y="2002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9476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research and solution information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532888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4780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content per the prescribed structure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063240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0352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0083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complex information into concise text and visuals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38728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593592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0352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53872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for clarity, accuracy and compliance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Six-slide framework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169164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0B1F4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169164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0B1F4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169164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0B1F4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8096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237744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0B1F4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86400" y="2377440"/>
            <a:ext cx="1005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237744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0B1F4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0" y="2377440"/>
            <a:ext cx="1005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80960" y="237744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0B1F4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80960" y="2377440"/>
            <a:ext cx="1005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exact titles only after verifying the current official template.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356616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FF1D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548640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57784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10-slide deck is a preparation guide, not the official template.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4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SIH guidelines always win over general presentation strategy. Keep PPT, template and implementation consistent.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Before Developing the Solution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real-world problem in depth before making technical and product decisions.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Mentorship Session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40233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Understand the Problem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Problem Statement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root causes and context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makes it hard to solve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1371600"/>
            <a:ext cx="40233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Identify Target Users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affected; which stakeholders?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challenges and expectations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solve it today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2788920"/>
            <a:ext cx="40233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Investigate Existing Solutions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Platforms, products and initiatives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scalability, effectiveness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your solution can fill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63440" y="2788920"/>
            <a:ext cx="40233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Validate the Problem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sources and user feedback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assumptions with evidence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relevant and significant?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problem, not the technology. Pick tech based on what the solution actually needs.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With Real Data, Not Assumptions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problem, solution decisions and expected impact with credible evidence.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Mentorship Session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3840480" cy="26517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sources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reports and official statistics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government / institutional datasets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and academic publications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industry reports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user interviews and surveys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documentation and case studies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0560" y="1371600"/>
            <a:ext cx="4206240" cy="123444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research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scale: who is affected, scope, impact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and documented gaps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validation and untested assumptions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74320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80560" y="2743200"/>
            <a:ext cx="420624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quality rules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statistics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source and publication date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facts, assumptions and estimates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charts only when they clarify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should shape what you build, how you build it, and why it deserves selection.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Text and Visuals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should communicate one primary message, easy to understand and professional.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Mentorship Session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1D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text-heavy slides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 paragraphs the audience must read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concise bullets and clear headings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what the slide needs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4F3E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design-heavy slides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decoration or animation for its own sake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put looks above accuracy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supports the content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visuals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0B1F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diagrams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32461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0B1F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82880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32461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0B1F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0040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2461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0B1F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graphs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32461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0B1F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screenshots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32461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0B1F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4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type and spacing, a limited palette, a clear hierarchy, uncrowded diagrams.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the Story as a User Journey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solution from the user's perspective and show how it solves the identified problem.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Mentorship Session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1572768"/>
            <a:ext cx="365760" cy="36576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984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11680"/>
            <a:ext cx="15544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User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user, context and current challenges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4630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15768" y="1572768"/>
            <a:ext cx="365760" cy="36576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1576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011680"/>
            <a:ext cx="15544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pain point; why today's process falls short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14630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61688" y="1572768"/>
            <a:ext cx="365760" cy="36576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6168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011680"/>
            <a:ext cx="15544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Solution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user accesses it; relevant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14630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07608" y="1572768"/>
            <a:ext cx="365760" cy="36576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0760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011680"/>
            <a:ext cx="15544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Workflow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input is processed; key decisions (flowchart)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14630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53528" y="1572768"/>
            <a:ext cx="365760" cy="36576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535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011680"/>
            <a:ext cx="15544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Outcome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achieves; link to the problem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workflow (use only if no team-specific flow exists)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0B1F4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" y="3657600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Problem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7452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148840" y="365760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0B1F4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148840" y="3657600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840480" y="365760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0B1F4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840480" y="3657600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Processing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25780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532120" y="365760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0B1F4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532120" y="3657600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Output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23760" y="365760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13880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223760" y="3657600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Benefit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4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explain only the technology. Explain what it enables the user to do, and why that matters.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Right Tools for Visuals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tool that gives the clearest, most accurate visual for your problem.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Mentorship Session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36192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1920240" cy="192024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diagrams and structured workflows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flowcharts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0048" y="1536192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7004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1920240"/>
            <a:ext cx="1920240" cy="192024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Eraser.io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docs and architecture visualization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Developer-oriented docs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1536192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7316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920240"/>
            <a:ext cx="1920240" cy="192024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Napkin AI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written concepts into visuals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illustrations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explanations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storytelling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66560" y="141732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76288" y="1536192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7628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1920240"/>
            <a:ext cx="1920240" cy="192024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brainstorming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ideas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concepts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slide content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4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AI-generated diagrams for errors. Fix labels and layout. You do not need every tool.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Working Prototype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idea into a prototype that demonstrates the core functionality.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Mentorship Session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691640" cy="594360"/>
          </a:xfrm>
          <a:prstGeom prst="chevron">
            <a:avLst/>
          </a:prstGeom>
          <a:solidFill>
            <a:srgbClr val="0B1F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17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417320"/>
            <a:ext cx="1691640" cy="594360"/>
          </a:xfrm>
          <a:prstGeom prst="chevron">
            <a:avLst/>
          </a:prstGeom>
          <a:solidFill>
            <a:srgbClr val="0B1F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23160" y="1417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417320"/>
            <a:ext cx="1691640" cy="594360"/>
          </a:xfrm>
          <a:prstGeom prst="chevron">
            <a:avLst/>
          </a:prstGeom>
          <a:solidFill>
            <a:srgbClr val="0B1F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69080" y="1417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417320"/>
            <a:ext cx="1691640" cy="594360"/>
          </a:xfrm>
          <a:prstGeom prst="chevron">
            <a:avLst/>
          </a:prstGeom>
          <a:solidFill>
            <a:srgbClr val="0B1F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15000" y="1417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417320"/>
            <a:ext cx="1691640" cy="594360"/>
          </a:xfrm>
          <a:prstGeom prst="chevron">
            <a:avLst/>
          </a:prstGeom>
          <a:solidFill>
            <a:srgbClr val="13880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60920" y="1417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7200" y="2240280"/>
            <a:ext cx="4023360" cy="17830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strategy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feature tied to the Problem Statement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minimum demonstrable user flow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sample data; prepare a reliable demo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completed vs planned features honestly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2402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663440" y="2240280"/>
            <a:ext cx="4023360" cy="17830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checklist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implemented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user flow demonstrable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or sample inputs ready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before the presentation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understands the implementation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documented honestly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working prototype beats a large collection of incomplete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Your Submission Assets Early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prototype, demo video and GitHub links accessible, relevant and consistent with the solution.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Mentorship Session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481328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28800"/>
            <a:ext cx="2560320" cy="210312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URL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Working, access-permitted link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user journey, usage steps if needed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opens; reviewer can access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the intended version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481328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0156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828800"/>
            <a:ext cx="2560320" cy="210312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URL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solution, core functionality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 journey and outcome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works; follows official guidelines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real, implemented features only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6208" y="1481328"/>
            <a:ext cx="329184" cy="329184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3620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828800"/>
            <a:ext cx="2560320" cy="210312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clear README, setup steps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status, known limitations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and access tested; matches PPT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or API keys exposed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test these links early. Confirm exact requirements against the latest official SIH instructions.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Review and Submission Readiness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project, presentation, research and assets against official guidelines before submitting.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Mentorship Session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517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clearly understood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stakeholders identified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documented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46120" y="1371600"/>
            <a:ext cx="26517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Quality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Credible, cited sources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studied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vs assumptions separated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35040" y="1371600"/>
            <a:ext cx="26517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Clarity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problem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explained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with available resources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" y="2743200"/>
            <a:ext cx="26517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Quality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official template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Concise; text and diagrams balanced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message per slide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27432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246120" y="2743200"/>
            <a:ext cx="26517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Assets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demonstrable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demo links tested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organized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27432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35040" y="2743200"/>
            <a:ext cx="2651760" cy="128016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Readiness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problem and solution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justify implementation choices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Q&amp;A; honest on limits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+ Evidence-Based Research + Practical Solution + Clear Demonstration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2026 Mentorship Session</dc:title>
  <dc:subject>PptxGenJS Presentation</dc:subject>
  <dc:creator>PptxGenJS</dc:creator>
  <cp:lastModifiedBy>PptxGenJS</cp:lastModifiedBy>
  <cp:revision>1</cp:revision>
  <dcterms:created xsi:type="dcterms:W3CDTF">2026-09-20T09:22:33Z</dcterms:created>
  <dcterms:modified xsi:type="dcterms:W3CDTF">2026-09-20T09:22:33Z</dcterms:modified>
</cp:coreProperties>
</file>